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2361" y="1398270"/>
            <a:ext cx="74392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Aviation Training Analytics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701555" y="2236470"/>
            <a:ext cx="5740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Simulator Utilization &amp; Training Performance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93805" y="3013710"/>
            <a:ext cx="255633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Analytics Portfolio Project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11041" y="3558540"/>
            <a:ext cx="272191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Lufthansa Aviation Training • November 2024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 &amp; Context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 &amp; Data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Insights &amp; Findings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simulators are LAT's most valuable asset. Optimizing their utilization directly impacts: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1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generation per flight hour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efficiency and program throughput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allocation across 6 locations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quality and student success rates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7481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69080"/>
            <a:ext cx="79248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 Answer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20269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efficiently are simulators being used vs. capacity?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926081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8200" y="33985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training programs have highest pass rates?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429768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7012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locations and aircraft types compare?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4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analytics pipeline: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Generation: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2,500 synthetic training sessions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Pipeline: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with Pandas transformations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 dimensions, KPI calculations, aggregations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Interactive Power BI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1082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560320"/>
            <a:ext cx="7924800" cy="1082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870961"/>
            <a:ext cx="7924800" cy="1082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181600"/>
            <a:ext cx="7924800" cy="1082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3524" y="147828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63524" y="188976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524" y="278892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" y="320040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3524" y="4099561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63524" y="4511041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" y="5410200"/>
            <a:ext cx="7616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63524" y="5821680"/>
            <a:ext cx="7616952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 (KPIs)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Utilization Rate: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(Used Hours / Available Hours) × 100 | Target: 75-80%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Pass Rate: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(Passed Sessions / Total Sessions) × 100 | Target: &gt;90%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Flight Hour: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Total Revenue / Total Hours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Satisfaction: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Average rating on 1-5 scale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9773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Utilization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52500" y="1630680"/>
            <a:ext cx="7422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Utilization: 67%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52500" y="2125982"/>
            <a:ext cx="742264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</a:t>
            </a:r>
            <a:pPr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below target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75-80%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2500" y="2518409"/>
            <a:ext cx="7277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Increasing utilization to 75% represents €2.1M additional annual revenue at current rates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Training Quality Leaders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rates by training type: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 Training: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94% pass rate ✓ Exceeds target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Rating: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88% pass rate ✓ Close to target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Training: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85% pass rate | Consider targeted improvement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Location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8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contribution by location: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718309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Munich: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35% of total revenue (largest hub)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Vienna: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22% (strong performer)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Zurich: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18% (opportunity for growth)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025141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</a:t>
            </a:r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Munich generates more than 50% of top 2 locations combined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5163" y="609600"/>
            <a:ext cx="367367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269334" y="1325882"/>
            <a:ext cx="260527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interactive pages featuring: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02612" y="1718309"/>
            <a:ext cx="3843516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with KPI cards and trends</a:t>
            </a:r>
            <a:endParaRPr lang="en-US" sz="1350" dirty="0"/>
          </a:p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Performance analysis and heatmaps</a:t>
            </a:r>
            <a:endParaRPr lang="en-US" sz="1350" dirty="0"/>
          </a:p>
          <a:p>
            <a:pPr algn="ctr"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Quality metrics and instructor leaderboard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Planning: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and resolve bottlenecks causing 8% utilization gap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Focus: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 best practices from Recurrent Training to other programs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Optimization: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Reallocate capacity based on demand patterns and profitability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 dashboard into daily operations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&amp; Future State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Integration: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Ready for production ETL pipeline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 simulator session data as it occurs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Forecast demand and maintenance schedules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Daily/weekly dashboard updates via Jira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Python ETL pipeline with documented transformations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processed analytical datasets for Power BI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Interactive Power BI dashboard (3 pages)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documentation and data dictionary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GitHub repository with version control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609600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517" y="1386841"/>
            <a:ext cx="9829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80401" y="1958341"/>
            <a:ext cx="358319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github.com/[your-username]/LAT-Training-Analytics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90480" y="2145032"/>
            <a:ext cx="205816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[your.email@example.com]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2025-11-21T10:49:08Z</dcterms:created>
  <dcterms:modified xsi:type="dcterms:W3CDTF">2025-11-21T10:49:08Z</dcterms:modified>
</cp:coreProperties>
</file>